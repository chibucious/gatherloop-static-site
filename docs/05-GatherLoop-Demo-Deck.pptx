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F43F5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F43F5E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GATHERLOOP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Site Deployment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 architecture on purpose, then proving it under real conditions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Ezuka Chibueze</a:t>
            </a:r>
            <a:pPr indent="0" marL="0">
              <a:buNone/>
            </a:pPr>
            <a:r>
              <a:rPr lang="en-US" sz="1400" dirty="0">
                <a:solidFill>
                  <a:srgbClr val="9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Reg. No.: CLC/2026/TC-7/0110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 Bootcamp  •  Capstone Personal Project  •  Group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5623560"/>
            <a:ext cx="2926080" cy="0"/>
          </a:xfrm>
          <a:prstGeom prst="line">
            <a:avLst/>
          </a:prstGeom>
          <a:noFill/>
          <a:ln w="25400">
            <a:solidFill>
              <a:srgbClr val="F43F5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45920" y="15727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19385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GatherLoop's traffic pattern and operational constraints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27157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Decision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30815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hosting vs. a VM — compared honestly, then chosen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45920" y="38587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System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42245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Provisioning, deployment, and the CI/CD pipeline in 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983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45920" y="50017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53675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failure, diagnosed and fixed — and what it taught 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GatherLoop — a single-page site for a ticketed conference launch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148840"/>
            <a:ext cx="822960" cy="822960"/>
          </a:xfrm>
          <a:prstGeom prst="ellipse">
            <a:avLst/>
          </a:prstGeom>
          <a:solidFill>
            <a:srgbClr val="0B0B0F"/>
          </a:solidFill>
          <a:ln/>
        </p:spPr>
      </p:sp>
      <p:pic>
        <p:nvPicPr>
          <p:cNvPr id="6" name="Image 0" descr="/home/claude/pptx/assets/spi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834" y="2264054"/>
            <a:ext cx="592531" cy="5925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Spiky traffic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for weeks, then a huge spike the morning tickets go on sale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66260" y="2148840"/>
            <a:ext cx="822960" cy="822960"/>
          </a:xfrm>
          <a:prstGeom prst="ellipse">
            <a:avLst/>
          </a:prstGeom>
          <a:solidFill>
            <a:srgbClr val="0B0B0F"/>
          </a:solidFill>
          <a:ln/>
        </p:spPr>
      </p:sp>
      <p:pic>
        <p:nvPicPr>
          <p:cNvPr id="11" name="Image 1" descr="/home/claude/pptx/assets/noo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474" y="2264054"/>
            <a:ext cx="592531" cy="5925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ops budget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57600" y="36576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in-house staff available to operate or babysit a server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00900" y="2148840"/>
            <a:ext cx="822960" cy="822960"/>
          </a:xfrm>
          <a:prstGeom prst="ellipse">
            <a:avLst/>
          </a:prstGeom>
          <a:solidFill>
            <a:srgbClr val="0B0B0F"/>
          </a:solidFill>
          <a:ln/>
        </p:spPr>
      </p:sp>
      <p:pic>
        <p:nvPicPr>
          <p:cNvPr id="16" name="Image 2" descr="/home/claude/pptx/assets/autodeplo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114" y="2264054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wanted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92240" y="36576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updates should go live automatically on every GitHub push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440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35540" y="2148840"/>
            <a:ext cx="822960" cy="822960"/>
          </a:xfrm>
          <a:prstGeom prst="ellipse">
            <a:avLst/>
          </a:prstGeom>
          <a:solidFill>
            <a:srgbClr val="0B0B0F"/>
          </a:solidFill>
          <a:ln/>
        </p:spPr>
      </p:sp>
      <p:pic>
        <p:nvPicPr>
          <p:cNvPr id="21" name="Image 3" descr="/home/claude/pptx/assets/tru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0754" y="2264054"/>
            <a:ext cx="592531" cy="59253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skeptical founder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326880" y="36576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Believes “a real server” means more control — needs convincing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valid architectures.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one fits GatherLoop's actual situation.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4663440" cy="3291840"/>
          </a:xfrm>
          <a:prstGeom prst="roundRect">
            <a:avLst>
              <a:gd name="adj" fmla="val 3333"/>
            </a:avLst>
          </a:prstGeom>
          <a:solidFill>
            <a:srgbClr val="17171D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788920"/>
            <a:ext cx="731520" cy="731520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6" name="Image 0" descr="/home/claude/pptx/asset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693" y="289133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01168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Static Website Hosting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97280" y="38404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 to cloud storage; Azure serves them directly. No server to run, patch, or restart.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52160" y="2468880"/>
            <a:ext cx="4663440" cy="3291840"/>
          </a:xfrm>
          <a:prstGeom prst="roundRect">
            <a:avLst>
              <a:gd name="adj" fmla="val 3333"/>
            </a:avLst>
          </a:prstGeom>
          <a:solidFill>
            <a:srgbClr val="17171D"/>
          </a:solidFill>
          <a:ln w="12700">
            <a:solidFill>
              <a:srgbClr val="3A3A4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26480" y="2788920"/>
            <a:ext cx="731520" cy="731520"/>
          </a:xfrm>
          <a:prstGeom prst="ellipse">
            <a:avLst/>
          </a:prstGeom>
          <a:solidFill>
            <a:srgbClr val="3A3A42"/>
          </a:solidFill>
          <a:ln/>
        </p:spPr>
      </p:sp>
      <p:pic>
        <p:nvPicPr>
          <p:cNvPr id="12" name="Image 1" descr="/home/claude/pptx/asset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893" y="2891333"/>
            <a:ext cx="526694" cy="5266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04088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VM + Nginx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126480" y="384048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a full computer, install a web server, and operate it yourself — patches, config, uptime.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brief's own test: don't default to what you know — compare against the client's real constraints first.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for both options — the comparison is the graded part, not just the answer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977640"/>
                <a:gridCol w="3977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Blob Hosting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VM + Nginx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</a:rPr>
                        <a:t>Handles the spike?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0B0F"/>
                          </a:solidFill>
                        </a:rPr>
                        <a:t>Yes — spread across Azure's infra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</a:rPr>
                        <a:t>Only if pre-sized for peak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</a:rPr>
                        <a:t>Maintenance burden?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0B0F"/>
                          </a:solidFill>
                        </a:rPr>
                        <a:t>Basically none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</a:rPr>
                        <a:t>Continuous — patch, configure, watch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</a:rPr>
                        <a:t>Cost (idle vs. spike)?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0B0F"/>
                          </a:solidFill>
                        </a:rPr>
                        <a:t>Cheap idle, small rise on spike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</a:rPr>
                        <a:t>Fixed 24/7, whether busy or not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</a:rPr>
                        <a:t>Breaks first under load?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B0B0F"/>
                          </a:solidFill>
                        </a:rPr>
                        <a:t>Realistically nothing here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B7280"/>
                          </a:solidFill>
                        </a:rPr>
                        <a:t>The VM's CPU / connections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DE4E8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80644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 </a:t>
            </a:r>
            <a:pPr indent="0" marL="0">
              <a:buNone/>
            </a:pPr>
            <a:r>
              <a:rPr lang="en-US" sz="14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Static Website Hosting — it solves the spike and the zero-ops constraint at once.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actually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 → pipeline authenticates → Azure serves the update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1005840" cy="1005840"/>
          </a:xfrm>
          <a:prstGeom prst="ellipse">
            <a:avLst/>
          </a:prstGeom>
          <a:solidFill>
            <a:srgbClr val="0B0B0F"/>
          </a:solidFill>
          <a:ln/>
        </p:spPr>
      </p:sp>
      <p:pic>
        <p:nvPicPr>
          <p:cNvPr id="5" name="Image 0" descr="/home/claude/pptx/asset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335378"/>
            <a:ext cx="724205" cy="724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7160" y="3657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 site/ on main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920240" y="2697480"/>
            <a:ext cx="155448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566160" y="2194560"/>
            <a:ext cx="1005840" cy="1005840"/>
          </a:xfrm>
          <a:prstGeom prst="ellipse">
            <a:avLst/>
          </a:prstGeom>
          <a:solidFill>
            <a:srgbClr val="0B0B0F"/>
          </a:solidFill>
          <a:ln/>
        </p:spPr>
      </p:sp>
      <p:pic>
        <p:nvPicPr>
          <p:cNvPr id="10" name="Image 1" descr="/home/claude/pptx/assets/autodeplo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978" y="2335378"/>
            <a:ext cx="724205" cy="7242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6324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880360" y="3657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via scoped service principal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63440" y="2697480"/>
            <a:ext cx="155448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309360" y="2194560"/>
            <a:ext cx="1005840" cy="1005840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15" name="Image 2" descr="/home/claude/pptx/asset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78" y="2335378"/>
            <a:ext cx="724205" cy="7242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0644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$web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623560" y="3657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synced via az storage blob upload-batch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406640" y="2697480"/>
            <a:ext cx="155448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9052560" y="2194560"/>
            <a:ext cx="1005840" cy="1005840"/>
          </a:xfrm>
          <a:prstGeom prst="ellipse">
            <a:avLst/>
          </a:prstGeom>
          <a:solidFill>
            <a:srgbClr val="0B0B0F"/>
          </a:solidFill>
          <a:ln/>
        </p:spPr>
      </p:sp>
      <p:pic>
        <p:nvPicPr>
          <p:cNvPr id="20" name="Image 3" descr="/home/claude/pptx/asset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3378" y="2335378"/>
            <a:ext cx="724205" cy="72420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4964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8366760" y="36576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instantly over HTTPS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4F4F5"/>
          </a:solidFill>
          <a:ln/>
        </p:spPr>
      </p:sp>
      <p:sp>
        <p:nvSpPr>
          <p:cNvPr id="24" name="Text 18"/>
          <p:cNvSpPr/>
          <p:nvPr/>
        </p:nvSpPr>
        <p:spPr>
          <a:xfrm>
            <a:off x="914400" y="512064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note: 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principal is scoped to only the gatherloop-rg resource group, not the whole Azure subscription — limiting blast radius if credentials were ever compromised.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result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directly from Azure Blob storage — no server running underneath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540764" y="1527048"/>
            <a:ext cx="9107424" cy="5404739"/>
          </a:xfrm>
          <a:prstGeom prst="roundRect">
            <a:avLst>
              <a:gd name="adj" fmla="val 1353"/>
            </a:avLst>
          </a:prstGeom>
          <a:solidFill>
            <a:srgbClr val="17171D"/>
          </a:solidFill>
          <a:ln w="12700">
            <a:solidFill>
              <a:srgbClr val="3A3A42"/>
            </a:solidFill>
            <a:prstDash val="solid"/>
          </a:ln>
        </p:spPr>
      </p:sp>
      <p:pic>
        <p:nvPicPr>
          <p:cNvPr id="5" name="Image 0" descr="/mnt/user-data/uploads/step3-live-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" y="1600200"/>
            <a:ext cx="8961120" cy="52584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gatherloopsite18025.z1.web.core.windows.net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incident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staged — this happened during routine credential rotation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874520"/>
            <a:ext cx="777240" cy="777240"/>
          </a:xfrm>
          <a:prstGeom prst="ellipse">
            <a:avLst/>
          </a:prstGeom>
          <a:solidFill>
            <a:srgbClr val="0B0B0F"/>
          </a:solidFill>
          <a:ln/>
        </p:spPr>
      </p:sp>
      <p:pic>
        <p:nvPicPr>
          <p:cNvPr id="6" name="Image 0" descr="/home/claude/pptx/asset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294" y="1983334"/>
            <a:ext cx="559613" cy="5596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34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failed — Azure login step errored on missing credential keys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6002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1874520"/>
            <a:ext cx="777240" cy="777240"/>
          </a:xfrm>
          <a:prstGeom prst="ellipse">
            <a:avLst/>
          </a:prstGeom>
          <a:solidFill>
            <a:srgbClr val="0B0B0F"/>
          </a:solidFill>
          <a:ln/>
        </p:spPr>
      </p:sp>
      <p:pic>
        <p:nvPicPr>
          <p:cNvPr id="11" name="Image 1" descr="/home/claude/pptx/asset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934" y="1983334"/>
            <a:ext cx="559613" cy="5596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834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657600" y="32461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expected JSON keys vs. what the rotation command returned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6002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4F4F5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0" y="1874520"/>
            <a:ext cx="777240" cy="777240"/>
          </a:xfrm>
          <a:prstGeom prst="ellipse">
            <a:avLst/>
          </a:prstGeom>
          <a:solidFill>
            <a:srgbClr val="0B0B0F"/>
          </a:solidFill>
          <a:ln/>
        </p:spPr>
      </p:sp>
      <p:pic>
        <p:nvPicPr>
          <p:cNvPr id="16" name="Image 2" descr="/home/claude/pptx/asset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574" y="1983334"/>
            <a:ext cx="559613" cy="5596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834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92240" y="32461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Azure CLI commands return incompatible JSON key names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44000" y="16002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DE4E8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8400" y="1874520"/>
            <a:ext cx="777240" cy="777240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21" name="Image 3" descr="/home/claude/pptx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7214" y="1983334"/>
            <a:ext cx="559613" cy="55961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28346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326880" y="32461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Remapped keys correctly, updated the secret, re-ran — passed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reflection: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secrets plan documented where a credential lives, but not how to rotate it safely. Now fixed by documenting the exact JSON shape alongside the rotation steps.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/ After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pipeline, failing, then fixed and passing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85216" y="1545336"/>
            <a:ext cx="5367528" cy="2924842"/>
          </a:xfrm>
          <a:prstGeom prst="roundRect">
            <a:avLst>
              <a:gd name="adj" fmla="val 1876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5" name="Image 0" descr="/mnt/user-data/uploads/incident-fix-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257800" cy="28151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552474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FAILING RUN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63056" y="1545336"/>
            <a:ext cx="5367528" cy="2924842"/>
          </a:xfrm>
          <a:prstGeom prst="roundRect">
            <a:avLst>
              <a:gd name="adj" fmla="val 1876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pic>
        <p:nvPicPr>
          <p:cNvPr id="8" name="Image 1" descr="/mnt/user-data/uploads/incident-fix-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00200"/>
            <a:ext cx="5257800" cy="28151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4552474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FIXED &amp; PASSING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delivered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4" name="Image 0" descr="/home/claude/pptx/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6420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58191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code — Tailwind CSS v4 landing page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313432"/>
            <a:ext cx="457200" cy="457200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7" name="Image 1" descr="/home/claude/pptx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37744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2295144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provisioning script (no manual Portal clicks)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3026664"/>
            <a:ext cx="457200" cy="457200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10" name="Image 2" descr="/home/claude/pptx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090672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3008376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— tested end-to-end, survived a real incident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40080" y="3739896"/>
            <a:ext cx="457200" cy="457200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13" name="Image 3" descr="/home/claude/pptx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803904"/>
            <a:ext cx="329184" cy="329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5880" y="37216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design worksheet — two-architecture comparison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40080" y="4453128"/>
            <a:ext cx="457200" cy="457200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16" name="Image 4" descr="/home/claude/pptx/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517136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25880" y="44348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incident report — symptom through design reflection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F43F5E"/>
          </a:solidFill>
          <a:ln/>
        </p:spPr>
      </p:sp>
      <p:pic>
        <p:nvPicPr>
          <p:cNvPr id="19" name="Image 5" descr="/home/claude/pptx/asset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5230368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325880" y="51480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Report + this presentation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43F5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on purpose.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system that happened to work — one that was chosen, built, and proven under a real failure.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  </a:t>
            </a:r>
            <a:pPr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github.com/chibucious/gatherloop-static-site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site:  </a:t>
            </a:r>
            <a:pPr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gatherloopsite18025.z1.web.core.windows.net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669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2026-07-21T10:34:52Z</dcterms:created>
  <dcterms:modified xsi:type="dcterms:W3CDTF">2026-07-21T10:34:52Z</dcterms:modified>
</cp:coreProperties>
</file>